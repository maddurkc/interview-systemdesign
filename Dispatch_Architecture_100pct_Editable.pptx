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Dispatch Application – Architecture (100% Editable)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560320" cy="2011680"/>
          </a:xfrm>
          <a:prstGeom prst="roundRect">
            <a:avLst/>
          </a:prstGeom>
          <a:solidFill>
            <a:srgbClr val="E0F2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Automation Scripts</a:t>
            </a:r>
          </a:p>
          <a:p>
            <a:r>
              <a:t>app1 | app2 | app3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188720"/>
            <a:ext cx="2926080" cy="1097280"/>
          </a:xfrm>
          <a:prstGeom prst="roundRect">
            <a:avLst/>
          </a:prstGeom>
          <a:solidFill>
            <a:srgbClr val="FFED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API Layer</a:t>
            </a:r>
          </a:p>
          <a:p>
            <a:r>
              <a:t>(Controllers)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468880"/>
            <a:ext cx="2926080" cy="1097280"/>
          </a:xfrm>
          <a:prstGeom prst="roundRect">
            <a:avLst/>
          </a:prstGeom>
          <a:solidFill>
            <a:srgbClr val="ECF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Service Layer</a:t>
            </a:r>
          </a:p>
          <a:p>
            <a:r>
              <a:t>(Business Logic)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749039"/>
            <a:ext cx="2926080" cy="1097280"/>
          </a:xfrm>
          <a:prstGeom prst="roundRect">
            <a:avLst/>
          </a:prstGeom>
          <a:solidFill>
            <a:srgbClr val="EE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Repository Layer</a:t>
            </a:r>
          </a:p>
          <a:p>
            <a:r>
              <a:t>(Data Access)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377440"/>
            <a:ext cx="3108960" cy="1645920"/>
          </a:xfrm>
          <a:prstGeom prst="roundRect">
            <a:avLst/>
          </a:prstGeom>
          <a:solidFill>
            <a:srgbClr val="FEE2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Dispatch Engine</a:t>
            </a:r>
          </a:p>
          <a:p>
            <a:r>
              <a:t>Validation | Enrichment |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188720"/>
            <a:ext cx="2926080" cy="822960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194560"/>
            <a:ext cx="2926080" cy="822960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Microsoft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3200400"/>
            <a:ext cx="2926080" cy="822960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Jira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4206240"/>
            <a:ext cx="2926080" cy="822960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AIOps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303520"/>
            <a:ext cx="2377440" cy="822960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EFTDataMart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5303520"/>
            <a:ext cx="2377440" cy="822960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EFTVista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5303520"/>
            <a:ext cx="2377440" cy="822960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EFTCustomApps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